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0CD70-0D0D-431A-D104-3E158F5BE0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250B2B-AD5B-906F-113A-B558E46EC2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BDF332-75BB-674D-BAED-0F0AE81B3F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3B94A4-B5FE-0740-AAF7-BA38EB29F184}" type="datetimeFigureOut">
              <a:rPr lang="en-US" smtClean="0"/>
              <a:t>7/10/26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40360A-7760-6EF4-BA2E-EC85257E9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882C4A-68D5-BA2D-E2B6-DBEE3AACCD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4C883-0C16-4540-9561-73F0C49695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40076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974139-AB88-5C0F-9FE0-74A642DDEE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5D216D-4B4F-76BF-AFB1-CB14702674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503113-B4A0-3451-4227-2C668AC16B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3B94A4-B5FE-0740-AAF7-BA38EB29F184}" type="datetimeFigureOut">
              <a:rPr lang="en-US" smtClean="0"/>
              <a:t>7/10/26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88C812-68A8-6EB3-0E76-9F0B65D97C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615BD5-D6D4-909E-4278-71711F7590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4C883-0C16-4540-9561-73F0C49695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93330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CAC27-98BD-FEC2-4EE2-03D366090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E1B44C-C908-18B1-667B-925CC576E2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B43BA4-6989-D8D0-1DF5-18B0D9DD6E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3B94A4-B5FE-0740-AAF7-BA38EB29F184}" type="datetimeFigureOut">
              <a:rPr lang="en-US" smtClean="0"/>
              <a:t>7/10/26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F4208F-FC6E-D95F-245F-E91FA67103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BAED5B-A390-0B0B-E8B4-20D05BC13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4C883-0C16-4540-9561-73F0C49695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76803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AE59A7-A548-97C3-F632-8018D3C2C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2E3072-1832-44DA-F358-7B2F83629A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8A3B1F-F5EA-021A-0F9B-CA7E59EEAE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D75687-A1D3-F5B7-B5BC-1CB1078FE2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3B94A4-B5FE-0740-AAF7-BA38EB29F184}" type="datetimeFigureOut">
              <a:rPr lang="en-US" smtClean="0"/>
              <a:t>7/10/26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9A6038-2656-64C0-F767-A00194A316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02A280-D6D3-ECDB-EA92-3592313B1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4C883-0C16-4540-9561-73F0C49695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46582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4C7A76-DB9C-6DD9-349E-578C95D308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9BC8AF-9369-1B2A-FF5D-9B31DF4BF4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9E8AB7-EED0-D55C-CCE6-4F39597026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BF20C4-8845-1C38-3B59-6774F1E7FF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4F518C0-1AC6-0874-1DC2-65D8C2D66D0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E3EF5-DFCC-3ECB-2C28-F7CDD10F58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3B94A4-B5FE-0740-AAF7-BA38EB29F184}" type="datetimeFigureOut">
              <a:rPr lang="en-US" smtClean="0"/>
              <a:t>7/10/26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B7322D0-D18F-1CD8-CBFB-55C30FBB60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861BBA1-F156-A4EB-C56C-DDE0D67CC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4C883-0C16-4540-9561-73F0C49695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70409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3E9DA-D189-374A-B44F-B710F1B4D4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AA2F2CB-6031-93C8-A4FC-B164C11A29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3B94A4-B5FE-0740-AAF7-BA38EB29F184}" type="datetimeFigureOut">
              <a:rPr lang="en-US" smtClean="0"/>
              <a:t>7/10/26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0554B0-01A8-35B6-7D73-B7F50CD1CE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B3E05A-D793-DCA7-E213-C1C745FE3A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4C883-0C16-4540-9561-73F0C49695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23570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B8E8D0D-5851-E833-7991-289AAA9528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3B94A4-B5FE-0740-AAF7-BA38EB29F184}" type="datetimeFigureOut">
              <a:rPr lang="en-US" smtClean="0"/>
              <a:t>7/10/26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C49E710-3551-C3E6-B97B-EEDA81184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339DD1-C357-1E72-6743-1D7D27B28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4C883-0C16-4540-9561-73F0C49695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70142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632BC2-1A89-9C94-0BC2-4E61536D7A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2F1316-C40C-C6E7-A90F-D910826516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C2328F-5DA5-288A-9F04-2BBF64F98C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18BD65-2986-CF90-8A03-127809CF47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3B94A4-B5FE-0740-AAF7-BA38EB29F184}" type="datetimeFigureOut">
              <a:rPr lang="en-US" smtClean="0"/>
              <a:t>7/10/26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612708-30EB-FDE7-D6C4-0A262F31FC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9DBFE8-C94C-A846-4B59-004C80B6D6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4C883-0C16-4540-9561-73F0C49695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78653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70F986-76FD-A9BC-A08D-8D2FBC71CF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ED7C9DD-652A-B43D-9C85-EE147736C4A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E5A387-260A-228F-E09A-7D40EC1003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D95114-0ADC-EFA9-D6C3-9B4BB1C97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3B94A4-B5FE-0740-AAF7-BA38EB29F184}" type="datetimeFigureOut">
              <a:rPr lang="en-US" smtClean="0"/>
              <a:t>7/10/26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3455C4-5A2D-B6EE-2A3D-8C2A8EA239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12779E-C58E-B0D5-F285-ED33B2B23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4C883-0C16-4540-9561-73F0C49695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8401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DA8FCE-A44A-5A4F-6620-5E4A1BC82A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0A9831F-5EFC-8758-B6A9-1803257565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2921F2-0730-4372-C4A9-C435D77161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3B94A4-B5FE-0740-AAF7-BA38EB29F184}" type="datetimeFigureOut">
              <a:rPr lang="en-US" smtClean="0"/>
              <a:t>7/10/26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83D674-9BDA-2FAD-D9C3-82F2315812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E848AC-F2EF-941C-901C-89325F2F1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4C883-0C16-4540-9561-73F0C49695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61637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A343E97-339A-B8E9-A389-6A3C87D0F91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6FE99B-ECA8-DE3A-84D8-A0B609A2F2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404A4A-5883-96AF-A1B0-F70D0FDD28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3B94A4-B5FE-0740-AAF7-BA38EB29F184}" type="datetimeFigureOut">
              <a:rPr lang="en-US" smtClean="0"/>
              <a:t>7/10/26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73B24A-2794-F386-B68B-267276DE92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34DADC-7881-B603-84F7-43864DF9E9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4C883-0C16-4540-9561-73F0C49695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17644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A9EDB2F-10D3-296C-6581-59BDFCD35E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CADDFA-A285-70BC-0328-9B8FCD1591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BDB321-65B5-AE4A-E5E8-C3BFEAD472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3B94A4-B5FE-0740-AAF7-BA38EB29F184}" type="datetimeFigureOut">
              <a:rPr lang="en-US" smtClean="0"/>
              <a:t>7/10/26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EDD363-C8BE-5A60-BE84-84B2C80D9C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67FC9A-6CE6-BB54-2E01-4F159A6392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44C883-0C16-4540-9561-73F0C49695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28839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79EAA-52D7-F91F-BA63-310246C1F7B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1661B7-6416-21FF-2232-A98F992CC20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0C3D077-866F-C185-605D-FB98148BA67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378" r="6787"/>
          <a:stretch>
            <a:fillRect/>
          </a:stretch>
        </p:blipFill>
        <p:spPr>
          <a:xfrm>
            <a:off x="4157330" y="0"/>
            <a:ext cx="6510670" cy="479679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8C626A4-0A1C-A6E5-A4B0-E4A4DC29229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462" t="23334" b="23333"/>
          <a:stretch>
            <a:fillRect/>
          </a:stretch>
        </p:blipFill>
        <p:spPr>
          <a:xfrm>
            <a:off x="1008083" y="0"/>
            <a:ext cx="3149247" cy="4796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44230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2FE2A8-926D-B105-F54E-DC2D044ED8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973CA8-93E1-829C-244E-F55A55BAF59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664F6A-1F79-6A00-7403-8CFA12D9DF8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991E05D-95C6-27B1-41C6-380EC9CF855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01887" y="79"/>
            <a:ext cx="11145978" cy="6878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44787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0</Words>
  <Application>Microsoft Macintosh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Brooke Wainwright</dc:creator>
  <cp:lastModifiedBy>Brooke Wainwright</cp:lastModifiedBy>
  <cp:revision>1</cp:revision>
  <dcterms:created xsi:type="dcterms:W3CDTF">2026-07-11T00:04:34Z</dcterms:created>
  <dcterms:modified xsi:type="dcterms:W3CDTF">2026-07-11T00:45:19Z</dcterms:modified>
</cp:coreProperties>
</file>